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E093C6-ABE3-1E37-E652-EC9B6FF2C8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2AACBB9-6F52-8D7E-F6A3-BF27A0DDB5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EEA0C9-8538-A857-1C00-32C23757A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43591-3B1B-49F5-B5FF-53129F26E9CA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6B1388-65AF-663D-99D9-8B73D4A74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7BB0513-CA9A-1CDD-E3BC-647F76587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C7B32-E845-4DCD-BF34-64BD0C5FBA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16453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500B28-9B31-69BF-6D3F-1A8A5F947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95D52F3-14F4-5EC6-2042-8A88F3675D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9A9326-4A2F-241A-6427-529CB87F4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43591-3B1B-49F5-B5FF-53129F26E9CA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C46F1DA-A950-136A-A0B5-B1AC0E6E1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D5004E6-5141-87F0-024C-0007CD23E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C7B32-E845-4DCD-BF34-64BD0C5FBA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735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F79AF9-442C-5006-E62E-5B3DFABCE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1948CD6-4818-523C-8127-90CC1D87FE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CBDD4F6-408A-D7D2-6473-51E830AC1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43591-3B1B-49F5-B5FF-53129F26E9CA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5AC6B6E-9072-AE5B-B9A7-FBD145D10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E0D960-DFEC-E410-CCCD-9C157B18E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C7B32-E845-4DCD-BF34-64BD0C5FBA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68181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0F001C-0BAC-E247-324E-71894E2B2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C10EE49-14D9-B100-9626-E4E28C1DB4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2C509CE-0187-05D4-8693-F39AA9EAE6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F55C8B0-618E-B946-520B-6AB52E049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43591-3B1B-49F5-B5FF-53129F26E9CA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A0747F7-3E0B-B98E-2306-99E1901FD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519A54E-A273-3A5A-6B9F-70738E28B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C7B32-E845-4DCD-BF34-64BD0C5FBA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6246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6C6122-E720-BC82-B1CF-3783EE5AE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47DCA4F-31C7-CA96-20C1-EDEE460671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1381370-DD61-10AB-5410-8796805140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695D60D-D75F-7A2D-70EB-E3572487F3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6BA843F-08DB-3E13-5BE6-26F3451A16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3AD7D48-E230-D764-0FAD-FCC8C23E5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43591-3B1B-49F5-B5FF-53129F26E9CA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8653077-C7B9-9E4B-5D11-EA739821F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1CA3503-9338-57E9-76F0-934E9C061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C7B32-E845-4DCD-BF34-64BD0C5FBA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0382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CEC09E-16E8-8DEF-22A1-A0787771A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11088C1-2FFF-BF3E-A48A-E6C1405BF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43591-3B1B-49F5-B5FF-53129F26E9CA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8D84FA7-D411-981C-AC39-C3221EF77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FCCA1DE-2D6A-88AF-196F-ACB36CECB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C7B32-E845-4DCD-BF34-64BD0C5FBA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7284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ED39826-931C-39CC-471F-BE9524F40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43591-3B1B-49F5-B5FF-53129F26E9CA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1E2E98D-3982-AFC9-21C5-AA67B1200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26FF8AD-19A8-8BFD-80BB-42A4361BB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C7B32-E845-4DCD-BF34-64BD0C5FBA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41829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334B57-9ABC-B7FD-3383-8954C4047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41FDA4-A012-6B08-3DBB-12112B376B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9A3A5C3-4717-4138-E39C-24B1017564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FBB5760-FE4E-AF96-7D9E-0BC932E83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43591-3B1B-49F5-B5FF-53129F26E9CA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7767652-4C2A-3FBD-07B1-7B89AB9EA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8FCF353-58A0-BC81-391C-3F939C182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C7B32-E845-4DCD-BF34-64BD0C5FBA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6715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B62B26-8DE8-A854-AC8F-1008E0F21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FDC66D8-105C-EF5E-0D05-CEB3BE4126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42CF939-9741-F31F-DE11-673A132368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55C687A-32FF-4FB8-DF01-9EEC5EB40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43591-3B1B-49F5-B5FF-53129F26E9CA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86A925C-8CEA-03DD-1893-0D30D67AF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8E1EF64-F6CF-5745-B1F5-FB8763F8E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C7B32-E845-4DCD-BF34-64BD0C5FBA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5584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15862E-02B9-D33B-C916-BB2316F11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199FF64-F819-AB49-376B-5BF9316345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7C97AA-4955-C515-08F7-5C9D786F0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43591-3B1B-49F5-B5FF-53129F26E9CA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6A230FA-C5C2-5DB7-55E1-D1526973F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96FC90F-9256-D07E-D5AC-5C71B44A7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C7B32-E845-4DCD-BF34-64BD0C5FBA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7385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372A527-2E5D-6737-F908-CB8E5C13FE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6589F58-93D8-96E1-195B-5736FB624A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1624CD-0510-848D-8EB6-48251A8EF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43591-3B1B-49F5-B5FF-53129F26E9CA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CFAE1C-4266-F47C-2D46-F8E29F30A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0D71871-133D-2111-4D84-964A7E101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C7B32-E845-4DCD-BF34-64BD0C5FBA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7548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7AAAB08-D8D6-B80A-B3B9-E07FF6A2D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80021CD-698B-1370-43E2-835A8084F3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595932F-9DD4-9530-D0A3-60C41A4FDC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A43591-3B1B-49F5-B5FF-53129F26E9CA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1C82888-AE74-DA57-EF56-695D5204AC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170BDDA-5E42-0646-6980-53534CAD5B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9C7B32-E845-4DCD-BF34-64BD0C5FBA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8550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E043AA-2A8C-2FCC-15C4-3F4923F4C6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01054"/>
            <a:ext cx="9144000" cy="2387600"/>
          </a:xfrm>
        </p:spPr>
        <p:txBody>
          <a:bodyPr/>
          <a:lstStyle/>
          <a:p>
            <a:r>
              <a:rPr lang="en-US" altLang="ko-KR" dirty="0"/>
              <a:t>ROS2 </a:t>
            </a:r>
            <a:r>
              <a:rPr lang="ko-KR" altLang="en-US" dirty="0"/>
              <a:t>개발과제</a:t>
            </a:r>
          </a:p>
        </p:txBody>
      </p:sp>
    </p:spTree>
    <p:extLst>
      <p:ext uri="{BB962C8B-B14F-4D97-AF65-F5344CB8AC3E}">
        <p14:creationId xmlns:p14="http://schemas.microsoft.com/office/powerpoint/2010/main" val="8364772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8D63C-D7E2-B7F4-72F6-30E17E067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소프트웨어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D2BD596-5E78-CBB6-AFA9-B593FFEE5C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6" t="347" b="1"/>
          <a:stretch>
            <a:fillRect/>
          </a:stretch>
        </p:blipFill>
        <p:spPr>
          <a:xfrm>
            <a:off x="1913770" y="553391"/>
            <a:ext cx="8364460" cy="5751218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8639C397-B4EF-3832-9BDE-FE4CC3C7FE1C}"/>
              </a:ext>
            </a:extLst>
          </p:cNvPr>
          <p:cNvSpPr/>
          <p:nvPr/>
        </p:nvSpPr>
        <p:spPr>
          <a:xfrm>
            <a:off x="1995055" y="1016000"/>
            <a:ext cx="1450109" cy="64654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CDBB6DB-6B76-E4AF-DA3A-5CAE5EEFF015}"/>
              </a:ext>
            </a:extLst>
          </p:cNvPr>
          <p:cNvSpPr/>
          <p:nvPr/>
        </p:nvSpPr>
        <p:spPr>
          <a:xfrm>
            <a:off x="1995054" y="1676399"/>
            <a:ext cx="5052291" cy="182418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1D9EC72-B6A5-D77E-A198-19477A7519D1}"/>
              </a:ext>
            </a:extLst>
          </p:cNvPr>
          <p:cNvSpPr/>
          <p:nvPr/>
        </p:nvSpPr>
        <p:spPr>
          <a:xfrm>
            <a:off x="1995054" y="4151746"/>
            <a:ext cx="5052291" cy="64654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0AC7B9D-E1F2-47F4-F194-60855484C35B}"/>
              </a:ext>
            </a:extLst>
          </p:cNvPr>
          <p:cNvSpPr/>
          <p:nvPr/>
        </p:nvSpPr>
        <p:spPr>
          <a:xfrm>
            <a:off x="7128628" y="3588723"/>
            <a:ext cx="2985189" cy="162982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A974CD-D541-3B4F-69C7-52A28E075292}"/>
              </a:ext>
            </a:extLst>
          </p:cNvPr>
          <p:cNvSpPr txBox="1"/>
          <p:nvPr/>
        </p:nvSpPr>
        <p:spPr>
          <a:xfrm>
            <a:off x="3526449" y="1115474"/>
            <a:ext cx="3269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절대좌표</a:t>
            </a:r>
            <a:r>
              <a:rPr lang="en-US" altLang="ko-KR" dirty="0"/>
              <a:t>/</a:t>
            </a:r>
            <a:r>
              <a:rPr lang="ko-KR" altLang="en-US" dirty="0"/>
              <a:t>상대좌표 선택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1C193FA-6AF0-C6C6-7B8F-B5929681CFF5}"/>
              </a:ext>
            </a:extLst>
          </p:cNvPr>
          <p:cNvSpPr txBox="1"/>
          <p:nvPr/>
        </p:nvSpPr>
        <p:spPr>
          <a:xfrm>
            <a:off x="5161285" y="2691609"/>
            <a:ext cx="1450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좌표 입력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8DAFDD7-FDDB-BDB2-C508-8A6C8ADCF573}"/>
              </a:ext>
            </a:extLst>
          </p:cNvPr>
          <p:cNvSpPr txBox="1"/>
          <p:nvPr/>
        </p:nvSpPr>
        <p:spPr>
          <a:xfrm>
            <a:off x="7896167" y="3219391"/>
            <a:ext cx="1450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실행 로그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2D04D42-1153-43E4-F132-283B1D4009E4}"/>
              </a:ext>
            </a:extLst>
          </p:cNvPr>
          <p:cNvSpPr txBox="1"/>
          <p:nvPr/>
        </p:nvSpPr>
        <p:spPr>
          <a:xfrm>
            <a:off x="3796144" y="3782414"/>
            <a:ext cx="18380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실행 및 중단</a:t>
            </a:r>
          </a:p>
        </p:txBody>
      </p:sp>
    </p:spTree>
    <p:extLst>
      <p:ext uri="{BB962C8B-B14F-4D97-AF65-F5344CB8AC3E}">
        <p14:creationId xmlns:p14="http://schemas.microsoft.com/office/powerpoint/2010/main" val="4985242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B3170-27FA-CCE3-BC19-CE0C2ACF0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멀티미디어 소프트웨어, 그래픽 소프트웨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2930F5E-ECFE-EB15-0769-95144BC1E5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290" y="1338397"/>
            <a:ext cx="9421091" cy="5017702"/>
          </a:xfrm>
          <a:prstGeom prst="rect">
            <a:avLst/>
          </a:prstGeom>
        </p:spPr>
      </p:pic>
      <p:sp>
        <p:nvSpPr>
          <p:cNvPr id="4" name="제목 1">
            <a:extLst>
              <a:ext uri="{FF2B5EF4-FFF2-40B4-BE49-F238E27FC236}">
                <a16:creationId xmlns:a16="http://schemas.microsoft.com/office/drawing/2014/main" id="{C0BA424A-B0FF-825E-DEC1-F4C62268F6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4836" y="18474"/>
            <a:ext cx="9144000" cy="1136218"/>
          </a:xfrm>
        </p:spPr>
        <p:txBody>
          <a:bodyPr>
            <a:normAutofit/>
          </a:bodyPr>
          <a:lstStyle/>
          <a:p>
            <a:r>
              <a:rPr lang="ko-KR" altLang="en-US" sz="4000" dirty="0"/>
              <a:t>결과 화면</a:t>
            </a:r>
          </a:p>
        </p:txBody>
      </p:sp>
    </p:spTree>
    <p:extLst>
      <p:ext uri="{BB962C8B-B14F-4D97-AF65-F5344CB8AC3E}">
        <p14:creationId xmlns:p14="http://schemas.microsoft.com/office/powerpoint/2010/main" val="35855207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</Words>
  <Application>Microsoft Office PowerPoint</Application>
  <PresentationFormat>와이드스크린</PresentationFormat>
  <Paragraphs>6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ROS2 개발과제</vt:lpstr>
      <vt:lpstr>PowerPoint 프레젠테이션</vt:lpstr>
      <vt:lpstr>결과 화면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1</cp:revision>
  <dcterms:created xsi:type="dcterms:W3CDTF">2026-01-15T11:20:09Z</dcterms:created>
  <dcterms:modified xsi:type="dcterms:W3CDTF">2026-01-15T11:20:11Z</dcterms:modified>
</cp:coreProperties>
</file>